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本页通过历史争论引入，强调科学史背景，引导学生质疑直觉。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控制变量法：强调同一小车、同一高度、只改变接触面粗糙程度。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重点：定律的两个状态——静止或匀速直线运动。科学推理法是重要思想方法。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高频考点：惯性与力的区别，语言表述规范。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牛顿第一定律与惯性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八年级物理 · 第八章第2节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情境导入：力与运动的关系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思考：正在运动的物体，如果撤去所有外力，它会怎样？</a:t>
            </a:r>
          </a:p>
          <a:p>
            <a:pPr lvl="1"/>
            <a:r>
              <a:t>亚里士多德：必须有力作用在物体上，物体才能运动</a:t>
            </a:r>
          </a:p>
          <a:p>
            <a:pPr lvl="1"/>
            <a:r>
              <a:t>伽利略：运动不需要力来维持，力是改变运动状态的原因</a:t>
            </a:r>
          </a:p>
          <a:p>
            <a:pPr/>
            <a:r>
              <a:t>谁对谁错？让我们用实验说话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探究实验：阻力对运动的影响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实验装置：同一斜面、同一高度释放小车，水平面粗糙程度不同</a:t>
            </a:r>
          </a:p>
          <a:p>
            <a:pPr lvl="1"/>
            <a:r>
              <a:t>毛巾表面：小车滑行距离最短，速度减小得最快</a:t>
            </a:r>
          </a:p>
          <a:p>
            <a:pPr lvl="1"/>
            <a:r>
              <a:t>棉布表面：滑行距离较长</a:t>
            </a:r>
          </a:p>
          <a:p>
            <a:pPr lvl="1"/>
            <a:r>
              <a:t>木板表面：滑行距离最长，速度减小得最慢</a:t>
            </a:r>
          </a:p>
          <a:p>
            <a:pPr/>
            <a:r>
              <a:t>结论：平面越光滑，小车受到的阻力越小，滑行得越远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牛顿第一定律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内容：一切物体在没有受到力的作用时，总保持静止状态或匀速直线运动状态</a:t>
            </a:r>
          </a:p>
          <a:p>
            <a:pPr lvl="1"/>
            <a:r>
              <a:t>建立方法：实验 + 科学推理（理想实验法）</a:t>
            </a:r>
          </a:p>
          <a:p>
            <a:pPr lvl="1"/>
            <a:r>
              <a:t>它不能直接用实验验证，是在实验基础上合理外推得到的</a:t>
            </a:r>
          </a:p>
          <a:p>
            <a:pPr/>
            <a:r>
              <a:t>意义：揭示了力与运动的正确关系——力不是维持运动的原因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惯性：物体的固有属性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定义：物体保持原来运动状态不变的性质，叫惯性</a:t>
            </a:r>
          </a:p>
          <a:p>
            <a:pPr lvl="1"/>
            <a:r>
              <a:t>一切物体在任何情况下都具有惯性，惯性是物体的固有属性</a:t>
            </a:r>
          </a:p>
          <a:p>
            <a:pPr lvl="1"/>
            <a:r>
              <a:t>惯性大小只与质量有关：质量越大，惯性越大</a:t>
            </a:r>
          </a:p>
          <a:p>
            <a:pPr lvl="1"/>
            <a:r>
              <a:t>与速度无关！速度大不代表惯性大</a:t>
            </a:r>
          </a:p>
          <a:p>
            <a:pPr/>
            <a:r>
              <a:t>生活现象：急刹车时身体前倾、拍打衣服除尘、跳远前助跑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易错辨析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辨析1：高速飞行的子弹惯性大？——错，惯性只与质量有关</a:t>
            </a:r>
          </a:p>
          <a:p>
            <a:pPr/>
            <a:r>
              <a:t>辨析2：静止的物体没有惯性？——错，一切物体都有惯性</a:t>
            </a:r>
          </a:p>
          <a:p>
            <a:pPr/>
            <a:r>
              <a:t>辨析3：汽车刹车时人向前倾是受到向前的力？——错，是惯性表现，不存在这个力</a:t>
            </a:r>
          </a:p>
          <a:p>
            <a:pPr lvl="1"/>
            <a:r>
              <a:t>注意：惯性是属性不是力，不能说“受到惯性作用”，要说“由于惯性”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课堂小结与作业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伽利略理想实验 → 牛顿第一定律（实验+推理）</a:t>
            </a:r>
          </a:p>
          <a:p>
            <a:pPr lvl="1"/>
            <a:r>
              <a:t>力是改变物体运动状态的原因，不是维持运动的原因</a:t>
            </a:r>
          </a:p>
          <a:p>
            <a:pPr lvl="1"/>
            <a:r>
              <a:t>惯性：固有属性，只与质量有关</a:t>
            </a:r>
          </a:p>
          <a:p>
            <a:pPr/>
            <a:r>
              <a:t>作业：课本P42 1-4题；观察生活中三个惯性现象并解释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